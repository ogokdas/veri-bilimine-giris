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69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270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37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213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364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949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061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055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702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9349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8B087-D8E8-43E5-A562-2148A7D7D18F}" type="datetimeFigureOut">
              <a:rPr lang="tr-TR" smtClean="0"/>
              <a:t>10.02.2026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90BC4-EF78-437A-94A0-4F8C4B8B08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769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781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1.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654424" y="5597721"/>
            <a:ext cx="10003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A) 3 </a:t>
            </a:r>
            <a:r>
              <a:rPr lang="tr-TR" sz="3600" dirty="0" smtClean="0"/>
              <a:t> </a:t>
            </a:r>
            <a:r>
              <a:rPr lang="pt-BR" sz="3600" dirty="0" smtClean="0"/>
              <a:t>3.5 </a:t>
            </a:r>
            <a:r>
              <a:rPr lang="tr-TR" sz="3600" dirty="0" smtClean="0"/>
              <a:t> </a:t>
            </a:r>
            <a:r>
              <a:rPr lang="pt-BR" sz="3600" dirty="0" smtClean="0"/>
              <a:t>1</a:t>
            </a:r>
            <a:r>
              <a:rPr lang="tr-TR" sz="3600" dirty="0" smtClean="0"/>
              <a:t>     </a:t>
            </a:r>
            <a:r>
              <a:rPr lang="pt-BR" sz="3600" dirty="0" smtClean="0"/>
              <a:t>B) 3</a:t>
            </a:r>
            <a:r>
              <a:rPr lang="tr-TR" sz="3600" dirty="0" smtClean="0"/>
              <a:t> </a:t>
            </a:r>
            <a:r>
              <a:rPr lang="pt-BR" sz="3600" dirty="0" smtClean="0"/>
              <a:t> 3</a:t>
            </a:r>
            <a:r>
              <a:rPr lang="tr-TR" sz="3600" dirty="0" smtClean="0"/>
              <a:t> </a:t>
            </a:r>
            <a:r>
              <a:rPr lang="pt-BR" sz="3600" dirty="0" smtClean="0"/>
              <a:t> 1</a:t>
            </a:r>
            <a:r>
              <a:rPr lang="tr-TR" sz="3600" dirty="0" smtClean="0"/>
              <a:t>     </a:t>
            </a:r>
            <a:r>
              <a:rPr lang="pt-BR" sz="3600" dirty="0" smtClean="0"/>
              <a:t>C) 3.0 </a:t>
            </a:r>
            <a:r>
              <a:rPr lang="tr-TR" sz="3600" dirty="0" smtClean="0"/>
              <a:t> </a:t>
            </a:r>
            <a:r>
              <a:rPr lang="pt-BR" sz="3600" dirty="0" smtClean="0"/>
              <a:t>3.5</a:t>
            </a:r>
            <a:r>
              <a:rPr lang="tr-TR" sz="3600" dirty="0" smtClean="0"/>
              <a:t> </a:t>
            </a:r>
            <a:r>
              <a:rPr lang="pt-BR" sz="3600" dirty="0" smtClean="0"/>
              <a:t> 1.0</a:t>
            </a:r>
            <a:r>
              <a:rPr lang="tr-TR" sz="3600" dirty="0" smtClean="0"/>
              <a:t>     </a:t>
            </a:r>
            <a:r>
              <a:rPr lang="pt-BR" sz="3600" dirty="0" smtClean="0"/>
              <a:t>D) 4 </a:t>
            </a:r>
            <a:r>
              <a:rPr lang="tr-TR" sz="3600" dirty="0" smtClean="0"/>
              <a:t> </a:t>
            </a:r>
            <a:r>
              <a:rPr lang="pt-BR" sz="3600" dirty="0" smtClean="0"/>
              <a:t>3.5 </a:t>
            </a:r>
            <a:r>
              <a:rPr lang="tr-TR" sz="3600" dirty="0" smtClean="0"/>
              <a:t> </a:t>
            </a:r>
            <a:r>
              <a:rPr lang="pt-BR" sz="3600" dirty="0" smtClean="0"/>
              <a:t>1</a:t>
            </a:r>
            <a:endParaRPr lang="tr-TR" sz="3600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8" y="689699"/>
            <a:ext cx="9639195" cy="5231188"/>
          </a:xfrm>
          <a:prstGeom prst="rect">
            <a:avLst/>
          </a:prstGeom>
        </p:spPr>
      </p:pic>
      <p:sp>
        <p:nvSpPr>
          <p:cNvPr id="2" name="Metin kutusu 1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0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781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2.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197225" y="5821321"/>
            <a:ext cx="11588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A) 15 36    B) 15 121212    C) 123 36   D) Hata verir (</a:t>
            </a:r>
            <a:r>
              <a:rPr lang="tr-TR" sz="3600" dirty="0" err="1" smtClean="0"/>
              <a:t>TypeError</a:t>
            </a:r>
            <a:r>
              <a:rPr lang="tr-TR" sz="3600" dirty="0" smtClean="0"/>
              <a:t>)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73" y="726744"/>
            <a:ext cx="9436527" cy="5499988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304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781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3.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654424" y="4981573"/>
            <a:ext cx="9066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 smtClean="0"/>
              <a:t>A) D e </a:t>
            </a:r>
            <a:r>
              <a:rPr lang="it-IT" sz="3600" dirty="0" smtClean="0"/>
              <a:t>ci</a:t>
            </a:r>
            <a:r>
              <a:rPr lang="tr-TR" sz="3600" dirty="0" smtClean="0"/>
              <a:t>e</a:t>
            </a:r>
            <a:r>
              <a:rPr lang="it-IT" sz="3600" dirty="0" smtClean="0"/>
              <a:t> </a:t>
            </a:r>
            <a:r>
              <a:rPr lang="it-IT" sz="3600" dirty="0" smtClean="0"/>
              <a:t>Data Daaece</a:t>
            </a:r>
            <a:r>
              <a:rPr lang="tr-TR" sz="3600" dirty="0" smtClean="0"/>
              <a:t>      </a:t>
            </a:r>
            <a:r>
              <a:rPr lang="it-IT" sz="3600" dirty="0" smtClean="0"/>
              <a:t>B) D e </a:t>
            </a:r>
            <a:r>
              <a:rPr lang="it-IT" sz="3600" dirty="0" smtClean="0"/>
              <a:t>Sci </a:t>
            </a:r>
            <a:r>
              <a:rPr lang="it-IT" sz="3600" dirty="0" smtClean="0"/>
              <a:t>Data DtSine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24" y="1499136"/>
            <a:ext cx="10283681" cy="3805603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654424" y="5705425"/>
            <a:ext cx="9894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C</a:t>
            </a:r>
            <a:r>
              <a:rPr lang="it-IT" sz="3600" dirty="0" smtClean="0"/>
              <a:t>) D e </a:t>
            </a:r>
            <a:r>
              <a:rPr lang="it-IT" sz="3600" dirty="0" smtClean="0"/>
              <a:t>Sci</a:t>
            </a:r>
            <a:r>
              <a:rPr lang="tr-TR" sz="3600" dirty="0" smtClean="0"/>
              <a:t>e</a:t>
            </a:r>
            <a:r>
              <a:rPr lang="it-IT" sz="3600" dirty="0" smtClean="0"/>
              <a:t> </a:t>
            </a:r>
            <a:r>
              <a:rPr lang="it-IT" sz="3600" dirty="0" smtClean="0"/>
              <a:t>Data DtaSine</a:t>
            </a:r>
            <a:r>
              <a:rPr lang="tr-TR" sz="3600" dirty="0" smtClean="0"/>
              <a:t>     </a:t>
            </a:r>
            <a:r>
              <a:rPr lang="it-IT" sz="3600" dirty="0" smtClean="0"/>
              <a:t>D) Hata verir (IndexError)</a:t>
            </a:r>
            <a:endParaRPr lang="tr-TR" sz="3600" dirty="0"/>
          </a:p>
        </p:txBody>
      </p:sp>
      <p:sp>
        <p:nvSpPr>
          <p:cNvPr id="8" name="Metin kutusu 7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15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781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4.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2210662" y="5416012"/>
            <a:ext cx="5020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A) </a:t>
            </a:r>
            <a:r>
              <a:rPr lang="tr-TR" sz="3600" dirty="0" smtClean="0"/>
              <a:t>4      </a:t>
            </a:r>
            <a:r>
              <a:rPr lang="pt-BR" sz="3600" dirty="0" smtClean="0"/>
              <a:t>B) </a:t>
            </a:r>
            <a:r>
              <a:rPr lang="tr-TR" sz="3600" dirty="0" smtClean="0"/>
              <a:t>5      </a:t>
            </a:r>
            <a:r>
              <a:rPr lang="pt-BR" sz="3600" dirty="0" smtClean="0"/>
              <a:t>C) </a:t>
            </a:r>
            <a:r>
              <a:rPr lang="tr-TR" sz="3600" dirty="0" smtClean="0"/>
              <a:t>6      </a:t>
            </a:r>
            <a:r>
              <a:rPr lang="pt-BR" sz="3600" dirty="0" smtClean="0"/>
              <a:t>D) </a:t>
            </a:r>
            <a:r>
              <a:rPr lang="tr-TR" sz="3600" dirty="0" smtClean="0"/>
              <a:t>7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61" y="528178"/>
            <a:ext cx="7798776" cy="566605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26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781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5.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768723" y="5229958"/>
            <a:ext cx="9233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A) [20, 30] 30 [10, 20]</a:t>
            </a:r>
            <a:r>
              <a:rPr lang="tr-TR" sz="3600" dirty="0" smtClean="0"/>
              <a:t>         </a:t>
            </a:r>
            <a:r>
              <a:rPr lang="pt-BR" sz="3600" dirty="0" smtClean="0"/>
              <a:t>B) [20, 30] 40 [10, 20]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41" y="1839058"/>
            <a:ext cx="8362950" cy="339090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471366" y="5876289"/>
            <a:ext cx="9724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C) [20, 30, 40] 30 [10, 20]</a:t>
            </a:r>
            <a:r>
              <a:rPr lang="tr-TR" sz="3600" dirty="0" smtClean="0"/>
              <a:t>       </a:t>
            </a:r>
            <a:r>
              <a:rPr lang="pt-BR" sz="3600" dirty="0" smtClean="0"/>
              <a:t>D) [10, 20] 30 [10, 20]</a:t>
            </a:r>
            <a:endParaRPr lang="tr-TR" sz="3600" dirty="0"/>
          </a:p>
        </p:txBody>
      </p:sp>
      <p:sp>
        <p:nvSpPr>
          <p:cNvPr id="6" name="Metin kutusu 5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355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781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6.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1735878" y="5248618"/>
            <a:ext cx="577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A) [1, 4, 2, 3]</a:t>
            </a:r>
            <a:r>
              <a:rPr lang="tr-TR" sz="3600" dirty="0" smtClean="0"/>
              <a:t>        </a:t>
            </a:r>
            <a:r>
              <a:rPr lang="pt-BR" sz="3600" dirty="0" smtClean="0"/>
              <a:t>B) [4, 1, 2, 3]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707" y="1134793"/>
            <a:ext cx="6137031" cy="490962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1735878" y="6013351"/>
            <a:ext cx="81002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C) [1, 2, 3, 4]</a:t>
            </a:r>
            <a:r>
              <a:rPr lang="tr-TR" sz="3600" dirty="0" smtClean="0"/>
              <a:t>        </a:t>
            </a:r>
            <a:r>
              <a:rPr lang="pt-BR" sz="3600" dirty="0" smtClean="0"/>
              <a:t>D) Hata verir (IndexError)</a:t>
            </a:r>
            <a:endParaRPr lang="tr-TR" sz="3600" dirty="0"/>
          </a:p>
        </p:txBody>
      </p:sp>
      <p:sp>
        <p:nvSpPr>
          <p:cNvPr id="6" name="Metin kutusu 5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25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781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7.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417032" y="5477474"/>
            <a:ext cx="11175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A) A          B) B          C) Hiçbir şey yazdırmaz       D) Hata verir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815" y="1013861"/>
            <a:ext cx="5284177" cy="4887342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215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781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8.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1902932" y="5750121"/>
            <a:ext cx="6896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A) A       B) B      C) C       D) Hata verir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332" y="635407"/>
            <a:ext cx="5767754" cy="6016721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52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781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9.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2474431" y="5558888"/>
            <a:ext cx="5150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A) 6</a:t>
            </a:r>
            <a:r>
              <a:rPr lang="tr-TR" sz="3600" dirty="0" smtClean="0"/>
              <a:t>     </a:t>
            </a:r>
            <a:r>
              <a:rPr lang="pt-BR" sz="3600" dirty="0" smtClean="0"/>
              <a:t>B) 8</a:t>
            </a:r>
            <a:r>
              <a:rPr lang="tr-TR" sz="3600" dirty="0" smtClean="0"/>
              <a:t>      </a:t>
            </a:r>
            <a:r>
              <a:rPr lang="pt-BR" sz="3600" dirty="0" smtClean="0"/>
              <a:t>C) 9</a:t>
            </a:r>
            <a:r>
              <a:rPr lang="tr-TR" sz="3600" dirty="0" smtClean="0"/>
              <a:t>      </a:t>
            </a:r>
            <a:r>
              <a:rPr lang="pt-BR" sz="3600" dirty="0" smtClean="0"/>
              <a:t>D) 10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613" y="1186913"/>
            <a:ext cx="7325289" cy="4695141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509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8048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10.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2131532" y="5591858"/>
            <a:ext cx="5957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A) 12</a:t>
            </a:r>
            <a:r>
              <a:rPr lang="tr-TR" sz="3600" dirty="0" smtClean="0"/>
              <a:t>      </a:t>
            </a:r>
            <a:r>
              <a:rPr lang="pt-BR" sz="3600" dirty="0" smtClean="0"/>
              <a:t>B) 19</a:t>
            </a:r>
            <a:r>
              <a:rPr lang="tr-TR" sz="3600" dirty="0" smtClean="0"/>
              <a:t>      </a:t>
            </a:r>
            <a:r>
              <a:rPr lang="pt-BR" sz="3600" dirty="0" smtClean="0"/>
              <a:t>C) 20</a:t>
            </a:r>
            <a:r>
              <a:rPr lang="tr-TR" sz="3600" dirty="0" smtClean="0"/>
              <a:t>      </a:t>
            </a:r>
            <a:r>
              <a:rPr lang="pt-BR" sz="3600" dirty="0" smtClean="0"/>
              <a:t>D) 27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360" y="1043208"/>
            <a:ext cx="6915150" cy="5056454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44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8048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11.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381863" y="5565482"/>
            <a:ext cx="10175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A) </a:t>
            </a:r>
            <a:r>
              <a:rPr lang="tr-TR" sz="3600" dirty="0" err="1" smtClean="0"/>
              <a:t>SyntaxError</a:t>
            </a:r>
            <a:r>
              <a:rPr lang="tr-TR" sz="3600" dirty="0" smtClean="0"/>
              <a:t>   B) </a:t>
            </a:r>
            <a:r>
              <a:rPr lang="tr-TR" sz="3600" dirty="0" err="1" smtClean="0"/>
              <a:t>TypeError</a:t>
            </a:r>
            <a:r>
              <a:rPr lang="tr-TR" sz="3600" dirty="0" smtClean="0"/>
              <a:t>   C) </a:t>
            </a:r>
            <a:r>
              <a:rPr lang="tr-TR" sz="3600" dirty="0" err="1" smtClean="0"/>
              <a:t>NameError</a:t>
            </a:r>
            <a:r>
              <a:rPr lang="tr-TR" sz="3600" dirty="0" smtClean="0"/>
              <a:t>    D) x </a:t>
            </a:r>
            <a:r>
              <a:rPr lang="tr-TR" sz="3600" dirty="0" smtClean="0"/>
              <a:t>10</a:t>
            </a:r>
            <a:endParaRPr lang="tr-TR" sz="3600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360" y="1114424"/>
            <a:ext cx="6835497" cy="4843859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810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8048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12.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236110" y="5424805"/>
            <a:ext cx="10309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A) </a:t>
            </a:r>
            <a:r>
              <a:rPr lang="tr-TR" sz="3600" dirty="0" err="1" smtClean="0"/>
              <a:t>SyntaxError</a:t>
            </a:r>
            <a:r>
              <a:rPr lang="tr-TR" sz="3600" dirty="0" smtClean="0"/>
              <a:t>  B) </a:t>
            </a:r>
            <a:r>
              <a:rPr lang="tr-TR" sz="3600" dirty="0" err="1" smtClean="0"/>
              <a:t>TypeError</a:t>
            </a:r>
            <a:r>
              <a:rPr lang="tr-TR" sz="3600" dirty="0" smtClean="0"/>
              <a:t>  C) </a:t>
            </a:r>
            <a:r>
              <a:rPr lang="tr-TR" sz="3600" dirty="0" err="1" smtClean="0"/>
              <a:t>ValueError</a:t>
            </a:r>
            <a:r>
              <a:rPr lang="tr-TR" sz="3600" dirty="0" smtClean="0"/>
              <a:t>  D) Age: </a:t>
            </a:r>
            <a:r>
              <a:rPr lang="tr-TR" sz="3600" dirty="0" smtClean="0"/>
              <a:t>20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247" y="1437590"/>
            <a:ext cx="7190198" cy="421005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783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8048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13.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434616" y="5404603"/>
            <a:ext cx="10665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A) </a:t>
            </a:r>
            <a:r>
              <a:rPr lang="tr-TR" sz="3600" dirty="0" err="1" smtClean="0"/>
              <a:t>IndexError</a:t>
            </a:r>
            <a:r>
              <a:rPr lang="tr-TR" sz="3600" dirty="0" smtClean="0"/>
              <a:t>  B) </a:t>
            </a:r>
            <a:r>
              <a:rPr lang="tr-TR" sz="3600" dirty="0" err="1" smtClean="0"/>
              <a:t>TypeError</a:t>
            </a:r>
            <a:r>
              <a:rPr lang="tr-TR" sz="3600" dirty="0" smtClean="0"/>
              <a:t>  C) </a:t>
            </a:r>
            <a:r>
              <a:rPr lang="tr-TR" sz="3600" dirty="0" err="1" smtClean="0"/>
              <a:t>NameError</a:t>
            </a:r>
            <a:r>
              <a:rPr lang="tr-TR" sz="3600" dirty="0" smtClean="0"/>
              <a:t>  D) </a:t>
            </a:r>
            <a:r>
              <a:rPr lang="tr-TR" sz="3600" dirty="0" err="1" smtClean="0"/>
              <a:t>ValueError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284" y="1303039"/>
            <a:ext cx="7020527" cy="423611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707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8048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14.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254821" y="5482052"/>
            <a:ext cx="10853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A) </a:t>
            </a:r>
            <a:r>
              <a:rPr lang="en-US" sz="3600" dirty="0" err="1" smtClean="0"/>
              <a:t>IndentationError</a:t>
            </a:r>
            <a:r>
              <a:rPr lang="tr-TR" sz="3600" dirty="0" smtClean="0"/>
              <a:t>  </a:t>
            </a:r>
            <a:r>
              <a:rPr lang="en-US" sz="3600" dirty="0" smtClean="0"/>
              <a:t>B) </a:t>
            </a:r>
            <a:r>
              <a:rPr lang="en-US" sz="3600" dirty="0" err="1" smtClean="0"/>
              <a:t>SyntaxError</a:t>
            </a:r>
            <a:r>
              <a:rPr lang="tr-TR" sz="3600" dirty="0" smtClean="0"/>
              <a:t>  </a:t>
            </a:r>
            <a:r>
              <a:rPr lang="en-US" sz="3600" dirty="0" smtClean="0"/>
              <a:t>C) </a:t>
            </a:r>
            <a:r>
              <a:rPr lang="en-US" sz="3600" dirty="0" err="1" smtClean="0"/>
              <a:t>TypeError</a:t>
            </a:r>
            <a:r>
              <a:rPr lang="tr-TR" sz="3600" dirty="0" smtClean="0"/>
              <a:t>  </a:t>
            </a:r>
            <a:r>
              <a:rPr lang="en-US" sz="3600" dirty="0" smtClean="0"/>
              <a:t>D) 0 1 </a:t>
            </a:r>
            <a:r>
              <a:rPr lang="en-US" sz="3600" dirty="0" smtClean="0"/>
              <a:t>2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360" y="1367252"/>
            <a:ext cx="6634537" cy="411480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919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8048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15.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2043954" y="5291742"/>
            <a:ext cx="6624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A) 25 sonra 25     B) 25 sonra </a:t>
            </a:r>
            <a:r>
              <a:rPr lang="tr-TR" sz="3600" dirty="0" err="1" smtClean="0"/>
              <a:t>None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238" y="901720"/>
            <a:ext cx="6306283" cy="5141708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2043954" y="5938073"/>
            <a:ext cx="6289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 smtClean="0"/>
              <a:t>C) None sonra 25 </a:t>
            </a:r>
            <a:r>
              <a:rPr lang="tr-TR" sz="3600" dirty="0" smtClean="0"/>
              <a:t>   </a:t>
            </a:r>
            <a:r>
              <a:rPr lang="it-IT" sz="3600" dirty="0" smtClean="0"/>
              <a:t> D) Hata verir</a:t>
            </a:r>
          </a:p>
        </p:txBody>
      </p:sp>
      <p:sp>
        <p:nvSpPr>
          <p:cNvPr id="8" name="Metin kutusu 7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134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8048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16.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1524863" y="5453331"/>
            <a:ext cx="7638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A) 8 4      B) 3 1      C) 8 8      D) Hata verir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517" y="1248459"/>
            <a:ext cx="7064578" cy="4528038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621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8048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17. Ekrandaki </a:t>
            </a:r>
            <a:r>
              <a:rPr lang="tr-TR" sz="3600" dirty="0" smtClean="0"/>
              <a:t>kod bloğu çıktısı hangisidir ?</a:t>
            </a:r>
            <a:endParaRPr lang="tr-TR" sz="36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1164378" y="5662197"/>
            <a:ext cx="8653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A) 10 10       B) 5 5       C) 10 5       D) Hata verir</a:t>
            </a:r>
            <a:endParaRPr lang="tr-TR" sz="36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723" y="892295"/>
            <a:ext cx="5457825" cy="563604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426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654424" y="791259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smtClean="0"/>
              <a:t>Cevaplar</a:t>
            </a:r>
            <a:endParaRPr lang="tr-TR" sz="3600" dirty="0"/>
          </a:p>
        </p:txBody>
      </p:sp>
      <p:sp>
        <p:nvSpPr>
          <p:cNvPr id="6" name="Metin kutusu 5"/>
          <p:cNvSpPr txBox="1"/>
          <p:nvPr/>
        </p:nvSpPr>
        <p:spPr>
          <a:xfrm>
            <a:off x="0" y="6488668"/>
            <a:ext cx="176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Dr. Ömer Gökdaş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10852638" y="6479821"/>
            <a:ext cx="112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chemeClr val="bg1">
                    <a:lumMod val="65000"/>
                  </a:schemeClr>
                </a:solidFill>
              </a:rPr>
              <a:t>Veri Bilimi</a:t>
            </a:r>
            <a:endParaRPr lang="tr-T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3121"/>
            <a:ext cx="12192000" cy="46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0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576</Words>
  <Application>Microsoft Office PowerPoint</Application>
  <PresentationFormat>Geniş ekran</PresentationFormat>
  <Paragraphs>75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Ömer Gökdaş</dc:creator>
  <cp:lastModifiedBy>Ömer Gökdaş</cp:lastModifiedBy>
  <cp:revision>9</cp:revision>
  <dcterms:created xsi:type="dcterms:W3CDTF">2026-02-09T13:22:38Z</dcterms:created>
  <dcterms:modified xsi:type="dcterms:W3CDTF">2026-02-10T07:25:12Z</dcterms:modified>
</cp:coreProperties>
</file>